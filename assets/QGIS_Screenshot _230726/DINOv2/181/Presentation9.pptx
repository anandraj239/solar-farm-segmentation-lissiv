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29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4664-08C3-4486-85EF-6D589411358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2E9E-E34B-4BCB-9AD9-B7E0562A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518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4664-08C3-4486-85EF-6D589411358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2E9E-E34B-4BCB-9AD9-B7E0562A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7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4664-08C3-4486-85EF-6D589411358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2E9E-E34B-4BCB-9AD9-B7E0562A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764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4664-08C3-4486-85EF-6D589411358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2E9E-E34B-4BCB-9AD9-B7E0562A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33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4664-08C3-4486-85EF-6D589411358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2E9E-E34B-4BCB-9AD9-B7E0562A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36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4664-08C3-4486-85EF-6D589411358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2E9E-E34B-4BCB-9AD9-B7E0562A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979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4664-08C3-4486-85EF-6D589411358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2E9E-E34B-4BCB-9AD9-B7E0562A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595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4664-08C3-4486-85EF-6D589411358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2E9E-E34B-4BCB-9AD9-B7E0562A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096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4664-08C3-4486-85EF-6D589411358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2E9E-E34B-4BCB-9AD9-B7E0562A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008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4664-08C3-4486-85EF-6D589411358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2E9E-E34B-4BCB-9AD9-B7E0562A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047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4664-08C3-4486-85EF-6D589411358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52E9E-E34B-4BCB-9AD9-B7E0562A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524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B4664-08C3-4486-85EF-6D589411358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52E9E-E34B-4BCB-9AD9-B7E0562A6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323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Anand\Qgis_sc\DINOv2\181\Screenshot 2026-07-23 10152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145020"/>
            <a:ext cx="4896544" cy="431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3635896" y="3501008"/>
            <a:ext cx="432048" cy="57606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2339752" y="404664"/>
            <a:ext cx="1728192" cy="43204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7" name="Picture 3" descr="E:\Anand\Qgis_sc\DINOv2\181\Screenshot 2026-07-23 10161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1" y="1700808"/>
            <a:ext cx="2486993" cy="267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3923928" y="3789040"/>
            <a:ext cx="1656183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952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bhuvan</dc:creator>
  <cp:lastModifiedBy>bhuvan</cp:lastModifiedBy>
  <cp:revision>1</cp:revision>
  <dcterms:created xsi:type="dcterms:W3CDTF">2026-07-23T06:24:41Z</dcterms:created>
  <dcterms:modified xsi:type="dcterms:W3CDTF">2026-07-23T06:26:43Z</dcterms:modified>
</cp:coreProperties>
</file>