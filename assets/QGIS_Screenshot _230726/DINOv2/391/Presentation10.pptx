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76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04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2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7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47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5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58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8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4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49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611AF-9816-4D8C-BF84-F220A0DE8D1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425F8-8607-4C9D-B784-0A1C56337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3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DINOv2\391\Screenshot 2026-07-23 1018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47" y="116632"/>
            <a:ext cx="4604467" cy="426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275856" y="836712"/>
            <a:ext cx="144016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646130" y="2254729"/>
            <a:ext cx="648072" cy="46125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203848" y="3573016"/>
            <a:ext cx="504056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DINOv2\391\Screenshot 2026-07-23 1020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113186"/>
            <a:ext cx="2655791" cy="24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4" idx="6"/>
          </p:cNvCxnSpPr>
          <p:nvPr/>
        </p:nvCxnSpPr>
        <p:spPr>
          <a:xfrm>
            <a:off x="3419872" y="944724"/>
            <a:ext cx="2088232" cy="2520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607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2026-07-23T06:26:51Z</dcterms:created>
  <dcterms:modified xsi:type="dcterms:W3CDTF">2026-07-23T06:29:04Z</dcterms:modified>
</cp:coreProperties>
</file>