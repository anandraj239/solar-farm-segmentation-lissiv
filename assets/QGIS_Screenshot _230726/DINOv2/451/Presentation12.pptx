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7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566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281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5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3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28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3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41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51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34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B98C8-0B0C-488F-91AE-0AE6F2A71F0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0F2A6-EA88-400F-BDD0-36C041173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43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DINOv2\451\Screenshot 2026-07-23 10245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4536504" cy="403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483768" y="1844881"/>
            <a:ext cx="504056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683568" y="1988840"/>
            <a:ext cx="360040" cy="93610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250549" y="3135516"/>
            <a:ext cx="432048" cy="50405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DINOv2\451\Screenshot 2026-07-23 10250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340768"/>
            <a:ext cx="2711940" cy="270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2771800" y="2276872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899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2026-07-23T06:31:52Z</dcterms:created>
  <dcterms:modified xsi:type="dcterms:W3CDTF">2026-07-23T06:34:14Z</dcterms:modified>
</cp:coreProperties>
</file>