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40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98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61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66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74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89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60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48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40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29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3290-C1DF-4917-9BB9-770BB6D6867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B564D-62C9-4A3A-873C-7A8646A3A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38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DINOv2\461\Screenshot 2026-07-23 10262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4636721" cy="414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491880" y="2276872"/>
            <a:ext cx="720080" cy="79208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411760" y="3933056"/>
            <a:ext cx="936104" cy="50405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2483768" y="836712"/>
            <a:ext cx="864096" cy="36004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950100" y="2672916"/>
            <a:ext cx="432048" cy="396044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DINOv2\461\Screenshot 2026-07-23 10264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653" y="2248839"/>
            <a:ext cx="296677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/>
          <p:cNvCxnSpPr/>
          <p:nvPr/>
        </p:nvCxnSpPr>
        <p:spPr>
          <a:xfrm>
            <a:off x="4072284" y="2407196"/>
            <a:ext cx="995146" cy="143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81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2026-07-23T06:34:17Z</dcterms:created>
  <dcterms:modified xsi:type="dcterms:W3CDTF">2026-07-23T06:36:56Z</dcterms:modified>
</cp:coreProperties>
</file>