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4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24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08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54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2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86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4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32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72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09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0106A-578B-4D9E-BB4D-B5DEB3B82E1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D652-672D-4570-81ED-CDAAEB3FB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2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DINOv2\421\Screenshot 2026-07-23 1023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81524"/>
            <a:ext cx="4619357" cy="404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699792" y="620688"/>
            <a:ext cx="936104" cy="129614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1619672" y="2780928"/>
            <a:ext cx="720080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3707904" y="2420888"/>
            <a:ext cx="504056" cy="50405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DINOv2\421\Screenshot 2026-07-23 10232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36096" y="1268760"/>
            <a:ext cx="2592288" cy="287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stCxn id="5" idx="6"/>
          </p:cNvCxnSpPr>
          <p:nvPr/>
        </p:nvCxnSpPr>
        <p:spPr>
          <a:xfrm>
            <a:off x="2339752" y="3068960"/>
            <a:ext cx="309634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30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2026-07-23T06:29:10Z</dcterms:created>
  <dcterms:modified xsi:type="dcterms:W3CDTF">2026-07-23T06:31:43Z</dcterms:modified>
</cp:coreProperties>
</file>