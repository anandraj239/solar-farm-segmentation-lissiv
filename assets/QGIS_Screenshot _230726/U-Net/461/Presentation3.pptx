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6" d="100"/>
          <a:sy n="126" d="100"/>
        </p:scale>
        <p:origin x="-129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95A8B-69D9-4E68-A596-296BE808D32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40FB2-4379-4DD3-81BB-9B243EF26D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070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95A8B-69D9-4E68-A596-296BE808D32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40FB2-4379-4DD3-81BB-9B243EF26D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421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95A8B-69D9-4E68-A596-296BE808D32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40FB2-4379-4DD3-81BB-9B243EF26D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7434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95A8B-69D9-4E68-A596-296BE808D32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40FB2-4379-4DD3-81BB-9B243EF26D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289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95A8B-69D9-4E68-A596-296BE808D32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40FB2-4379-4DD3-81BB-9B243EF26D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7959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95A8B-69D9-4E68-A596-296BE808D32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40FB2-4379-4DD3-81BB-9B243EF26D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979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95A8B-69D9-4E68-A596-296BE808D32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40FB2-4379-4DD3-81BB-9B243EF26D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6275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95A8B-69D9-4E68-A596-296BE808D32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40FB2-4379-4DD3-81BB-9B243EF26D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78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95A8B-69D9-4E68-A596-296BE808D32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40FB2-4379-4DD3-81BB-9B243EF26D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0208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95A8B-69D9-4E68-A596-296BE808D32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40FB2-4379-4DD3-81BB-9B243EF26D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700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95A8B-69D9-4E68-A596-296BE808D32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40FB2-4379-4DD3-81BB-9B243EF26D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5477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995A8B-69D9-4E68-A596-296BE808D32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40FB2-4379-4DD3-81BB-9B243EF26D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4738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Anand\Qgis_sc\U-Net\461\Screenshot 2026-07-23 10121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5" y="44624"/>
            <a:ext cx="3875594" cy="3672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/>
          <p:cNvSpPr/>
          <p:nvPr/>
        </p:nvSpPr>
        <p:spPr>
          <a:xfrm>
            <a:off x="2843808" y="1844824"/>
            <a:ext cx="504056" cy="648072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/>
          <p:cNvSpPr/>
          <p:nvPr/>
        </p:nvSpPr>
        <p:spPr>
          <a:xfrm>
            <a:off x="1835696" y="548680"/>
            <a:ext cx="864096" cy="504056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/>
          <p:cNvSpPr/>
          <p:nvPr/>
        </p:nvSpPr>
        <p:spPr>
          <a:xfrm>
            <a:off x="683568" y="2060848"/>
            <a:ext cx="288032" cy="432048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7" name="Picture 3" descr="E:\Anand\Qgis_sc\U-Net\461\Screenshot 2026-07-23 101229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8857" y="1124744"/>
            <a:ext cx="2460029" cy="208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/>
          <p:cNvCxnSpPr/>
          <p:nvPr/>
        </p:nvCxnSpPr>
        <p:spPr>
          <a:xfrm>
            <a:off x="3203848" y="1950514"/>
            <a:ext cx="1584176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3467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bhuvan</dc:creator>
  <cp:lastModifiedBy>bhuvan</cp:lastModifiedBy>
  <cp:revision>1</cp:revision>
  <dcterms:created xsi:type="dcterms:W3CDTF">2026-07-23T06:05:01Z</dcterms:created>
  <dcterms:modified xsi:type="dcterms:W3CDTF">2026-07-23T06:08:34Z</dcterms:modified>
</cp:coreProperties>
</file>