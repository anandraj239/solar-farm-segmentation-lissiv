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557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402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400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65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270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32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77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399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937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92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566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E88C4-662F-4A73-B75A-BEE2BAF280CA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D5F63-2FA6-4F35-8019-EEAADC571C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1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:\Anand\Qgis_sc\U-Net\181\Screenshot 2026-07-23 0953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38409"/>
            <a:ext cx="4332398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E:\Anand\Qgis_sc\U-Net\181\Screenshot 2026-07-23 09533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487" y="1772816"/>
            <a:ext cx="2990884" cy="209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/>
          <p:cNvCxnSpPr/>
          <p:nvPr/>
        </p:nvCxnSpPr>
        <p:spPr>
          <a:xfrm>
            <a:off x="3491880" y="3356992"/>
            <a:ext cx="144016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204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2</cp:revision>
  <dcterms:created xsi:type="dcterms:W3CDTF">2026-07-23T05:39:25Z</dcterms:created>
  <dcterms:modified xsi:type="dcterms:W3CDTF">2026-07-23T05:44:50Z</dcterms:modified>
</cp:coreProperties>
</file>