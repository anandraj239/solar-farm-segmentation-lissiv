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320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88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7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68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15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12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17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83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26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11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5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16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375CC-CCCE-4A07-875F-E617A8B9A7CF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BB358-84C3-40E8-9175-3270DA6B6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01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U-Net\391\Screenshot 2026-07-23 1002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4969"/>
            <a:ext cx="5263649" cy="48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3567862" y="836712"/>
            <a:ext cx="216024" cy="288032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2596500" y="2400320"/>
            <a:ext cx="1251285" cy="792088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919790" y="3861048"/>
            <a:ext cx="1296144" cy="64807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U-Net\391\Screenshot 2026-07-23 1003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098321"/>
            <a:ext cx="2493325" cy="197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3419872" y="2924944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53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4</cp:revision>
  <dcterms:created xsi:type="dcterms:W3CDTF">2026-07-23T05:45:31Z</dcterms:created>
  <dcterms:modified xsi:type="dcterms:W3CDTF">2026-07-23T05:51:10Z</dcterms:modified>
</cp:coreProperties>
</file>