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678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387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639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9061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9296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250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82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011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64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59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59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023FC-4E46-4617-878A-55103BAD7B82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53726-503D-49E2-B133-36A381B509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210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U-Net\421\Screenshot 2026-07-23 10054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289884"/>
            <a:ext cx="4927936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2483768" y="764704"/>
            <a:ext cx="864096" cy="79208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1547664" y="2924944"/>
            <a:ext cx="936104" cy="79208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2915816" y="1628800"/>
            <a:ext cx="792088" cy="86138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3707904" y="2636912"/>
            <a:ext cx="432048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U-Net\421\Screenshot 2026-07-23 10065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556792"/>
            <a:ext cx="2119578" cy="203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3347864" y="2312876"/>
            <a:ext cx="201838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471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2026-07-23T05:51:29Z</dcterms:created>
  <dcterms:modified xsi:type="dcterms:W3CDTF">2026-07-23T06:01:02Z</dcterms:modified>
</cp:coreProperties>
</file>