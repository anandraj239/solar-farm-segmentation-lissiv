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03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36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92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92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58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50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2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27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6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589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59ED6-FDC5-4B94-98DE-95C24975D63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F0325-9422-403C-B1D7-706DD5F65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2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U-Net\451\Screenshot 2026-07-23 1009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18" y="260648"/>
            <a:ext cx="4104456" cy="364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2339752" y="1772816"/>
            <a:ext cx="504056" cy="64807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683568" y="1988840"/>
            <a:ext cx="576064" cy="79208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1043608" y="2924944"/>
            <a:ext cx="864096" cy="504056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2339752" y="2924944"/>
            <a:ext cx="1152128" cy="792088"/>
          </a:xfrm>
          <a:prstGeom prst="ellipse">
            <a:avLst/>
          </a:prstGeom>
          <a:solidFill>
            <a:schemeClr val="accent2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U-Net\451\Screenshot 2026-07-23 1009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281832"/>
            <a:ext cx="1972513" cy="182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>
            <a:endCxn id="1027" idx="1"/>
          </p:cNvCxnSpPr>
          <p:nvPr/>
        </p:nvCxnSpPr>
        <p:spPr>
          <a:xfrm flipV="1">
            <a:off x="2627784" y="2192514"/>
            <a:ext cx="2952328" cy="261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483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2</cp:revision>
  <dcterms:created xsi:type="dcterms:W3CDTF">2026-07-23T06:01:06Z</dcterms:created>
  <dcterms:modified xsi:type="dcterms:W3CDTF">2026-07-23T06:04:37Z</dcterms:modified>
</cp:coreProperties>
</file>