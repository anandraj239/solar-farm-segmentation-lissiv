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6" d="100"/>
          <a:sy n="126" d="100"/>
        </p:scale>
        <p:origin x="-1290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76C86-4F39-4205-B26C-D7536A0E529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33BBD-A680-4510-8328-B76BFCA07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298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76C86-4F39-4205-B26C-D7536A0E529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33BBD-A680-4510-8328-B76BFCA07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708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76C86-4F39-4205-B26C-D7536A0E529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33BBD-A680-4510-8328-B76BFCA07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975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76C86-4F39-4205-B26C-D7536A0E529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33BBD-A680-4510-8328-B76BFCA07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256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76C86-4F39-4205-B26C-D7536A0E529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33BBD-A680-4510-8328-B76BFCA07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0736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76C86-4F39-4205-B26C-D7536A0E529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33BBD-A680-4510-8328-B76BFCA07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852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76C86-4F39-4205-B26C-D7536A0E529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33BBD-A680-4510-8328-B76BFCA07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398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76C86-4F39-4205-B26C-D7536A0E529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33BBD-A680-4510-8328-B76BFCA07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197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76C86-4F39-4205-B26C-D7536A0E529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33BBD-A680-4510-8328-B76BFCA07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829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76C86-4F39-4205-B26C-D7536A0E529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33BBD-A680-4510-8328-B76BFCA07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1018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676C86-4F39-4205-B26C-D7536A0E529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933BBD-A680-4510-8328-B76BFCA07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195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76C86-4F39-4205-B26C-D7536A0E529B}" type="datetimeFigureOut">
              <a:rPr lang="en-IN" smtClean="0"/>
              <a:t>23-07-2026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933BBD-A680-4510-8328-B76BFCA079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770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Anand\Qgis_sc\Segformer\461\Screenshot 2026-07-23 093654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879" y="188640"/>
            <a:ext cx="4479842" cy="432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/>
          <p:cNvSpPr/>
          <p:nvPr/>
        </p:nvSpPr>
        <p:spPr>
          <a:xfrm>
            <a:off x="3419872" y="2204864"/>
            <a:ext cx="504056" cy="720080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Oval 4"/>
          <p:cNvSpPr/>
          <p:nvPr/>
        </p:nvSpPr>
        <p:spPr>
          <a:xfrm>
            <a:off x="2195736" y="692696"/>
            <a:ext cx="1008112" cy="432048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719572" y="2564904"/>
            <a:ext cx="360040" cy="288032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/>
          <p:cNvSpPr/>
          <p:nvPr/>
        </p:nvSpPr>
        <p:spPr>
          <a:xfrm>
            <a:off x="1187624" y="3822239"/>
            <a:ext cx="504056" cy="288032"/>
          </a:xfrm>
          <a:prstGeom prst="ellipse">
            <a:avLst/>
          </a:prstGeom>
          <a:solidFill>
            <a:schemeClr val="accent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27" name="Picture 3" descr="E:\Anand\Qgis_sc\Segformer\461\Screenshot 2026-07-23 093720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722434"/>
            <a:ext cx="2578081" cy="2502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/>
          <p:cNvCxnSpPr/>
          <p:nvPr/>
        </p:nvCxnSpPr>
        <p:spPr>
          <a:xfrm>
            <a:off x="3059832" y="908720"/>
            <a:ext cx="216024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57599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bhuvan</dc:creator>
  <cp:lastModifiedBy>bhuvan</cp:lastModifiedBy>
  <cp:revision>1</cp:revision>
  <dcterms:created xsi:type="dcterms:W3CDTF">2026-07-23T06:21:29Z</dcterms:created>
  <dcterms:modified xsi:type="dcterms:W3CDTF">2026-07-23T06:24:35Z</dcterms:modified>
</cp:coreProperties>
</file>