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26" d="100"/>
          <a:sy n="126" d="100"/>
        </p:scale>
        <p:origin x="-1290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24E7F-4B9B-45B3-941A-6E59A6FCECA2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C1CC9-0BF5-4CE1-AD0B-5DE620760E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79669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24E7F-4B9B-45B3-941A-6E59A6FCECA2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C1CC9-0BF5-4CE1-AD0B-5DE620760E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7528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24E7F-4B9B-45B3-941A-6E59A6FCECA2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C1CC9-0BF5-4CE1-AD0B-5DE620760E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9413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24E7F-4B9B-45B3-941A-6E59A6FCECA2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C1CC9-0BF5-4CE1-AD0B-5DE620760E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56007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24E7F-4B9B-45B3-941A-6E59A6FCECA2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C1CC9-0BF5-4CE1-AD0B-5DE620760E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11328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24E7F-4B9B-45B3-941A-6E59A6FCECA2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C1CC9-0BF5-4CE1-AD0B-5DE620760E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4940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24E7F-4B9B-45B3-941A-6E59A6FCECA2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C1CC9-0BF5-4CE1-AD0B-5DE620760E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43117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24E7F-4B9B-45B3-941A-6E59A6FCECA2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C1CC9-0BF5-4CE1-AD0B-5DE620760E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915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24E7F-4B9B-45B3-941A-6E59A6FCECA2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C1CC9-0BF5-4CE1-AD0B-5DE620760E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2967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24E7F-4B9B-45B3-941A-6E59A6FCECA2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C1CC9-0BF5-4CE1-AD0B-5DE620760E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0788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24E7F-4B9B-45B3-941A-6E59A6FCECA2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C1CC9-0BF5-4CE1-AD0B-5DE620760E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7474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824E7F-4B9B-45B3-941A-6E59A6FCECA2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BC1CC9-0BF5-4CE1-AD0B-5DE620760E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0481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:\Anand\Qgis_sc\Segformer\181\Screenshot 2026-07-23 094507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296747"/>
            <a:ext cx="3888432" cy="3975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val 3"/>
          <p:cNvSpPr/>
          <p:nvPr/>
        </p:nvSpPr>
        <p:spPr>
          <a:xfrm>
            <a:off x="2195736" y="548680"/>
            <a:ext cx="936104" cy="360040"/>
          </a:xfrm>
          <a:prstGeom prst="ellipse">
            <a:avLst/>
          </a:prstGeom>
          <a:solidFill>
            <a:schemeClr val="accent1">
              <a:alpha val="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5"/>
          <p:cNvSpPr/>
          <p:nvPr/>
        </p:nvSpPr>
        <p:spPr>
          <a:xfrm>
            <a:off x="1476662" y="3216692"/>
            <a:ext cx="648072" cy="144016"/>
          </a:xfrm>
          <a:prstGeom prst="ellipse">
            <a:avLst/>
          </a:prstGeom>
          <a:solidFill>
            <a:schemeClr val="accent1">
              <a:alpha val="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/>
          <p:cNvSpPr/>
          <p:nvPr/>
        </p:nvSpPr>
        <p:spPr>
          <a:xfrm>
            <a:off x="1847938" y="2170718"/>
            <a:ext cx="226482" cy="144016"/>
          </a:xfrm>
          <a:prstGeom prst="ellipse">
            <a:avLst/>
          </a:prstGeom>
          <a:solidFill>
            <a:schemeClr val="accent1">
              <a:alpha val="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27" name="Picture 3" descr="E:\Anand\Qgis_sc\Segformer\181\Screenshot 2026-07-23 094622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5697" y="1412776"/>
            <a:ext cx="2808312" cy="1947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Straight Arrow Connector 8"/>
          <p:cNvCxnSpPr>
            <a:stCxn id="7" idx="0"/>
          </p:cNvCxnSpPr>
          <p:nvPr/>
        </p:nvCxnSpPr>
        <p:spPr>
          <a:xfrm>
            <a:off x="1961179" y="2170718"/>
            <a:ext cx="3184518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32565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On-screen Show 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bhuvan</dc:creator>
  <cp:lastModifiedBy>bhuvan</cp:lastModifiedBy>
  <cp:revision>1</cp:revision>
  <dcterms:created xsi:type="dcterms:W3CDTF">2026-07-23T06:08:57Z</dcterms:created>
  <dcterms:modified xsi:type="dcterms:W3CDTF">2026-07-23T06:12:08Z</dcterms:modified>
</cp:coreProperties>
</file>