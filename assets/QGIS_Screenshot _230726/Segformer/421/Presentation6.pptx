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90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3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55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53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69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5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40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21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2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9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25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4A47D-138C-4976-80DF-104DB1D5546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D2662-9E48-46B3-A809-19B7A6044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2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Segformer\421\Screenshot 2026-07-22 16470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62" y="116632"/>
            <a:ext cx="4464496" cy="386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627784" y="620688"/>
            <a:ext cx="504056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879812" y="1268760"/>
            <a:ext cx="540060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475656" y="2636912"/>
            <a:ext cx="648072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Segformer\421\Screenshot 2026-07-22 16475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049549"/>
            <a:ext cx="3345413" cy="233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203848" y="1412776"/>
            <a:ext cx="187220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13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2</cp:revision>
  <dcterms:created xsi:type="dcterms:W3CDTF">2026-07-23T06:15:24Z</dcterms:created>
  <dcterms:modified xsi:type="dcterms:W3CDTF">2026-07-23T06:18:07Z</dcterms:modified>
</cp:coreProperties>
</file>