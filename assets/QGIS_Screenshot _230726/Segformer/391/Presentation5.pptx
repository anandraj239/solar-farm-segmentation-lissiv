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6" d="100"/>
          <a:sy n="126" d="100"/>
        </p:scale>
        <p:origin x="-129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EBBF9-173B-4D64-8D0F-534591E2A2F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61E79-24AA-4D16-8FB7-7F16897A25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3229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EBBF9-173B-4D64-8D0F-534591E2A2F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61E79-24AA-4D16-8FB7-7F16897A25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628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EBBF9-173B-4D64-8D0F-534591E2A2F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61E79-24AA-4D16-8FB7-7F16897A25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3957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EBBF9-173B-4D64-8D0F-534591E2A2F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61E79-24AA-4D16-8FB7-7F16897A25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9014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EBBF9-173B-4D64-8D0F-534591E2A2F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61E79-24AA-4D16-8FB7-7F16897A25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043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EBBF9-173B-4D64-8D0F-534591E2A2F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61E79-24AA-4D16-8FB7-7F16897A25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391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EBBF9-173B-4D64-8D0F-534591E2A2F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61E79-24AA-4D16-8FB7-7F16897A25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713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EBBF9-173B-4D64-8D0F-534591E2A2F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61E79-24AA-4D16-8FB7-7F16897A25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7313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EBBF9-173B-4D64-8D0F-534591E2A2F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61E79-24AA-4D16-8FB7-7F16897A25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3102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EBBF9-173B-4D64-8D0F-534591E2A2F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61E79-24AA-4D16-8FB7-7F16897A25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8909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EBBF9-173B-4D64-8D0F-534591E2A2F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61E79-24AA-4D16-8FB7-7F16897A25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756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EBBF9-173B-4D64-8D0F-534591E2A2F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661E79-24AA-4D16-8FB7-7F16897A25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83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Anand\Qgis_sc\Segformer\391\Screenshot 2026-07-22 16553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3" y="260648"/>
            <a:ext cx="4015647" cy="352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/>
          <p:cNvSpPr/>
          <p:nvPr/>
        </p:nvSpPr>
        <p:spPr>
          <a:xfrm>
            <a:off x="2555776" y="1340768"/>
            <a:ext cx="288032" cy="288032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/>
          <p:cNvSpPr/>
          <p:nvPr/>
        </p:nvSpPr>
        <p:spPr>
          <a:xfrm>
            <a:off x="2987824" y="692696"/>
            <a:ext cx="288032" cy="216024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2591780" y="3068960"/>
            <a:ext cx="792088" cy="504056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/>
          <p:cNvSpPr/>
          <p:nvPr/>
        </p:nvSpPr>
        <p:spPr>
          <a:xfrm>
            <a:off x="1911470" y="2888940"/>
            <a:ext cx="288032" cy="360040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7" name="Picture 3" descr="E:\Anand\Qgis_sc\Segformer\391\Screenshot 2026-07-22 16582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692696"/>
            <a:ext cx="2575350" cy="208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Arrow Connector 9"/>
          <p:cNvCxnSpPr>
            <a:stCxn id="6" idx="6"/>
          </p:cNvCxnSpPr>
          <p:nvPr/>
        </p:nvCxnSpPr>
        <p:spPr>
          <a:xfrm>
            <a:off x="3275856" y="800708"/>
            <a:ext cx="2160240" cy="10801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9186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bhuvan</dc:creator>
  <cp:lastModifiedBy>bhuvan</cp:lastModifiedBy>
  <cp:revision>1</cp:revision>
  <dcterms:created xsi:type="dcterms:W3CDTF">2026-07-23T06:12:12Z</dcterms:created>
  <dcterms:modified xsi:type="dcterms:W3CDTF">2026-07-23T06:15:18Z</dcterms:modified>
</cp:coreProperties>
</file>