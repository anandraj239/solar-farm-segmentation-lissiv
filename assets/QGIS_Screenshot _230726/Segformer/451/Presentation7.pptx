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63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8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09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07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8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8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2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72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7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1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34BB6-5337-4153-9045-74C55F9681A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E0A74-24D6-42A5-A384-695E450CB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30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Segformer\451\Screenshot 2026-07-22 1602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4032448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555776" y="1700808"/>
            <a:ext cx="432048" cy="72008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899592" y="2018146"/>
            <a:ext cx="504056" cy="72008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563888" y="1700808"/>
            <a:ext cx="288032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403648" y="2924944"/>
            <a:ext cx="504056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Segformer\451\Screenshot 2026-07-22 16034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05111"/>
            <a:ext cx="2520280" cy="237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2843808" y="2018146"/>
            <a:ext cx="237626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8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2026-07-23T06:18:16Z</dcterms:created>
  <dcterms:modified xsi:type="dcterms:W3CDTF">2026-07-23T06:21:10Z</dcterms:modified>
</cp:coreProperties>
</file>